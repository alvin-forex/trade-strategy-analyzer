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743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88"/>
                </a:solidFill>
                <a:latin typeface="Segoe UI"/>
              </a:defRPr>
            </a:pPr>
            <a:r>
              <a:t>TRADE STRATEGY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Segoe UI"/>
              </a:defRPr>
            </a:pPr>
            <a:r>
              <a:t>💱 CCY 排名頁面說明書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B5F6"/>
                </a:solidFill>
                <a:latin typeface="Segoe UI"/>
              </a:defRPr>
            </a:pPr>
            <a:r>
              <a:t>Currency Pair Ranking — DDE v4 評分模型 × 5 維度 × 紅牌機制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TSA v0.7  |  丁蟹 🦀 + Alvin  |  2026-05-18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Segoe UI"/>
              </a:defRPr>
            </a:pPr>
            <a:r>
              <a:t>文案生成：Gemini 2.5 Pro  |  PPT 包裝：python-pptx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本手冊共12頁，涵蓋以下內容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1. 封面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2. 目錄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3. 什麼是 CCY 排名？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4. DDE v4 評分模型詳解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5. 評分計算範例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6. 紅牌機制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7. 三大檢視面板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8. 表格欄位詳解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9. 篩選與排序功能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10. 建議使用流程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11. 風險分析與注意事項</a:t>
            </a:r>
          </a:p>
          <a:p>
            <a:pPr>
              <a:spcAft>
                <a:spcPts val="300"/>
              </a:spcAft>
              <a:defRPr sz="1200" b="1">
                <a:solidFill>
                  <a:srgbClr val="64B5F6"/>
                </a:solidFill>
                <a:latin typeface="Segoe UI"/>
              </a:defRPr>
            </a:pPr>
            <a:r>
              <a:t>12. 快速參考卡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什麼是 CCY 排名？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深入分析每個「訊號 × 貨幣對」的獨立表現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D0D0D0"/>
                </a:solidFill>
                <a:latin typeface="Segoe UI"/>
              </a:defRPr>
            </a:pPr>
            <a:r>
              <a:t>與訊號排名 (Signal Ranking) 的區別：訊號排名衡量一個策略在所有貨幣對上的綜合表現；CCY 排名則將顆粒度細化至單一貨幣對，評估其獨立成效。</a:t>
            </a:r>
          </a:p>
          <a:p>
            <a:pPr>
              <a:spcAft>
                <a:spcPts val="300"/>
              </a:spcAft>
              <a:defRPr sz="1300" b="0">
                <a:solidFill>
                  <a:srgbClr val="D0D0D0"/>
                </a:solidFill>
                <a:latin typeface="Segoe UI"/>
              </a:defRPr>
            </a:pPr>
            <a:r>
              <a:t>為何重要：一個優秀的訊號可能在某些貨幣對上表現卓越，在另一些則表現不佳。CCY 排名有助於「去蕪存菁」，發掘特定貨幣對的優勢策略，並規避那些會拖累整體績效的弱勢組合。</a:t>
            </a:r>
          </a:p>
          <a:p>
            <a:pPr>
              <a:spcAft>
                <a:spcPts val="300"/>
              </a:spcAft>
              <a:defRPr sz="1300" b="0">
                <a:solidFill>
                  <a:srgbClr val="FD7E14"/>
                </a:solidFill>
                <a:latin typeface="Segoe UI"/>
              </a:defRPr>
            </a:pPr>
            <a:r>
              <a:t>數據維度：分析基於指定時間範圍內的歷史回測數據，從「風險回報」、「穩定性」、「勝率」、「交易活躍度」和「資金效率」五個核心維度進行綜合評估。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DDE v4 評分模型詳解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五大維度加權評估，全面量化交易表現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【35%】風險回報 (RR): `pips_ratio = 總淨點數 / 最大虧損點數`，分數 = `clamp((pips_ratio - 1) / 14 * 100, 0, 100)`。點數比率大於15即可得滿分。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【25%】馬丁層數 (ML): `WAL = 加權平均層數`，分數 = `clamp(100 * (1 - (WAL - 1) / 1.5), 0, 100)`。WAL 為 1 時得滿分，2.5 或以上為 0 分。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【20%】勝率 (WR): `win_rate = 獲勝次數 / 總交易數`，分數 = `clamp((win_rate - 0.55) / 0.30 * 100, 0, 100)`。勝率 55% 開始計分，85% 或以上得滿分。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【15%】交易次數 (TC): `n = 總交易數`，分數 = `clamp((n - 20) / 280 * 100, 0, 100)`。交易 20 筆開始計分，300 筆或以上得滿分。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【5%】持倉時間 (HT): `avg_hold = 平均持倉小時`，分數 = `clamp(100 * (1 - (avg_hold - 4) / 68), 0, 100)`。平均持倉 4 小時內為滿分，72 小時或以上為 0 分。</a:t>
            </a:r>
          </a:p>
          <a:p>
            <a:pPr>
              <a:spcAft>
                <a:spcPts val="300"/>
              </a:spcAft>
              <a:defRPr sz="1300" b="0">
                <a:solidFill>
                  <a:srgbClr val="D0D0D0"/>
                </a:solidFill>
                <a:latin typeface="Segoe UI"/>
              </a:defRPr>
            </a:pPr>
            <a:r>
              <a:t>註：`clamp(x, 0, 100)` 函數將最終分數限制在 0 到 100 的範圍內。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評分計算範例：Signal 22200 × AUDCAD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數據：45 trades, 33 wins, +2850 pips, WAL=1.35, max_loss=180 pips, avg_hold=12h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1. RR (35%): `pips_ratio = 2850 / 180 = 15.83` -&gt; `分數 = clamp((15.83-1)/14*100) = 100` -&gt; 加權分 = `100 * 0.35 = 35.0`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2. ML (25%): `分數 = clamp(100*(1-(1.35-1)/1.5)) = 76.67` -&gt; 加權分 = `76.67 * 0.25 = 19.17`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3. WR (20%): `勝率 = 33 / 45 = 73.33%` -&gt; `分數 = clamp((0.7333-0.55)/0.3*100) = 61.1` -&gt; 加權分 = `61.1 * 0.20 = 12.22`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4. TC (15%): `分數 = clamp((45-20)/280*100) = 8.93` -&gt; 加權分 = `8.93 * 0.15 = 1.34`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5. HT (5%): `分數 = clamp(100*(1-(12-4)/68)) = 88.24` -&gt; 加權分 = `88.24 * 0.05 = 4.41`</a:t>
            </a:r>
          </a:p>
          <a:p>
            <a:pPr>
              <a:spcAft>
                <a:spcPts val="300"/>
              </a:spcAft>
              <a:defRPr sz="1300" b="0">
                <a:solidFill>
                  <a:srgbClr val="D0D0D0"/>
                </a:solidFill>
                <a:latin typeface="Segoe UI"/>
              </a:defRPr>
            </a:pPr>
            <a:r>
              <a:t>DDE v4 總分 = `35.0 + 19.17 + 12.22 + 1.34 + 4.41 = 72.14`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紅牌機制：自動過濾高風險組合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滿足以下任一條件即判為紅牌，預設不顯示且不參與排名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【獲利能力過低】總淨點數 (Net Pips) ≤ 0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【樣本數量不足】總交易次數 (Trades) &lt; 20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【極端風險過高】最大虧損 (Max Loss) &gt; 500 點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【基礎勝率不達標】勝率 (Win Rate) &lt; 50%</a:t>
            </a:r>
          </a:p>
          <a:p>
            <a:pPr>
              <a:spcAft>
                <a:spcPts val="300"/>
              </a:spcAft>
              <a:defRPr sz="1300" b="0">
                <a:solidFill>
                  <a:srgbClr val="D0D0D0"/>
                </a:solidFill>
                <a:latin typeface="Segoe UI"/>
              </a:defRPr>
            </a:pPr>
            <a:r>
              <a:t>後果：被標記為「紅牌」的組合在預設視圖中將被隱藏。這能讓使用者專注於通過基本風控標準的潛力股。</a:t>
            </a:r>
          </a:p>
          <a:p>
            <a:pPr>
              <a:spcAft>
                <a:spcPts val="300"/>
              </a:spcAft>
              <a:defRPr sz="1300" b="0">
                <a:solidFill>
                  <a:srgbClr val="D0D0D0"/>
                </a:solidFill>
                <a:latin typeface="Segoe UI"/>
              </a:defRPr>
            </a:pPr>
            <a:r>
              <a:t>提示：頁面頂部會顯示紅牌組合的總數。若需檢視，可從面板選項中選擇「All Details (incl. Red Cards)」。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三大檢視面板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從不同維度快速篩選與瀏覽 CCY 組合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【TOP 20】(預設): 顯示 DDE v4 綜合評分最高的 20 個「訊號 × 貨幣對」組合。這是快速概覽市場當前最優機會的入口。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【Best per CCY】(各貨幣對最佳): 此面板為每個貨幣對（如 EURUSD, GBPJPY 等）篩選出得分最高的那個訊號組合。有助於針對特定貨幣對尋找最佳策略。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【All Details】(顯示全部): 包含所有未被紅牌規則過濾的組合，並按分數排序。提供最全面的數據檢視，適合深度分析與比較。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表格欄位詳解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17個關鍵數據指標全解析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Signal / CCY / Score: 訊號ID / 貨幣對 / DDE v4 綜合評分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Trades / Wins / Losses: 總交易 / 勝場 / 敗場次數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WinRate (%): 勝率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Net Pips: 總淨點數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Max Loss (pips): 最大單筆虧損點數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Pips Ratio: 點數比率 (總淨點數 / 最大虧損)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WAL: 加權平均開倉層數 (Weighted Average Layer)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Avg Hold (hrs): 平均持倉時間 (小時)</a:t>
            </a:r>
          </a:p>
          <a:p>
            <a:pPr>
              <a:spcAft>
                <a:spcPts val="300"/>
              </a:spcAft>
              <a:defRPr sz="1200" b="0">
                <a:solidFill>
                  <a:srgbClr val="D0D0D0"/>
                </a:solidFill>
                <a:latin typeface="Segoe UI"/>
              </a:defRPr>
            </a:pPr>
            <a:r>
              <a:t>RR/ML/WR/TC/HT Score: 五個維度的獨立分數 (0-100)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篩選與排序功能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快速定位您關注的數據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【篩選 (Filter)】: 點擊「Signal」或「CCY」欄位標題旁的漏斗圖示 🔽。在彈出的輸入框中鍵入關鍵字（如訊號號碼 '222' 或貨幣 'USD'）即可過濾出相關項目。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【排序 (Sort)】: 點擊任何可排序的欄位標題（如 `Score`, `Net Pips`, `Max Loss`）即可對該欄位進行升冪或降冪排序。再次點擊可切換排序方向。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【組合使用】: 您可以先篩選出特定訊號（例如 '38900'），然後再對其結果按「WinRate」進行排序，以找出該訊號在哪個貨幣對上勝率最高。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【重置】: 清除篩選框內容或刷新頁面可恢復預設視圖（TOP 20，按 Score 降冪排序）。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建議使用流程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五步驟發掘最佳貨幣對策略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1. 【全局掃描】: 首先檢視「TOP 20」面板，快速了解當前市場上整體表現最強勢的訊號與貨幣對組合。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2. 【精準定位】: 若您偏好交易特定貨幣對（如 EURUSD），切換至「Best per CCY」面板，直接找到該貨幣對上評分最高的策略。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3. 【深度挖掘】: 利用篩選功能，輸入您感興趣的訊號 ID，查看它在所有不同貨幣對上的詳細表現，比較其評分、獲利和風險指標的差異。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4. 【多維排序】: 在篩選結果中，點擊不同欄位進行排序。例如，按「Max Loss」升冪排序，找出風險控制最好的；或按「Net Pips」降冪排序，找出獲利能力最強的。</a:t>
            </a:r>
          </a:p>
          <a:p>
            <a:pPr>
              <a:spcAft>
                <a:spcPts val="300"/>
              </a:spcAft>
              <a:defRPr sz="1300" b="1">
                <a:solidFill>
                  <a:srgbClr val="64B5F6"/>
                </a:solidFill>
                <a:latin typeface="Segoe UI"/>
              </a:defRPr>
            </a:pPr>
            <a:r>
              <a:t>5. 【綜合決策】: 結合 DDE v4 總分、各項子分數、以及如點數比率和最大虧損等硬指標，綜合評估後，做出是否採用該「訊號 × 貨幣對」的明智決策。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風險分析與注意事項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正確解讀數據，規避潛在風險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【歷史數據≠未來表現】: 所有評分和數據均基於歷史回測，不保證未來能複製相同績效。市場條件會變，請謹慎使用。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【模型本身的局限性】: DDE v4 模型是對過去表現的量化總結，無法預測「黑天鵝」事件。模型中的權重和公式是基於特定市場環境的經驗值，可能需要定期審視和調整。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【過擬合 (Overfitting) 風險】: 對於交易次數較少（例如剛超過20筆）但分數極高的組合，需特別警惕。這可能是由於運氣或數據偶然性造成的過擬合，其穩定性有待考驗。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【數據延遲與快照】: 頁面數據並非即時更新。在做決策前，請確認數據的截止時間，避免基於過時資訊進行判斷。</a:t>
            </a:r>
          </a:p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Segoe UI"/>
              </a:defRPr>
            </a:pPr>
            <a:r>
              <a:t>【勿只看總分】: 切勿僅以「Score」高低作為唯一決策依據。務必結合「Max Loss」、「Pips Ratio」、「Trades」等關鍵指標進行全面風險評估。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快速參考卡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核心公式與關鍵閾值一覽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5303520"/>
          </a:xfrm>
          <a:prstGeom prst="round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D700"/>
                </a:solidFill>
                <a:latin typeface="Segoe UI"/>
              </a:defRPr>
            </a:pPr>
            <a:r>
              <a:t>【評分公式】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RR (35%): `clamp((pips_ratio-1)/14*100)`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ML (25%): `clamp(100*(1-(WAL-1)/1.5))`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WR (20%): `clamp((win_rate-0.55)/0.30*100)`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TC (15%): `clamp((n-20)/280*100)`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HT (5%): `clamp(100*(1-(avg_hold-4)/68))`</a:t>
            </a:r>
          </a:p>
          <a:p>
            <a:pPr>
              <a:spcAft>
                <a:spcPts val="300"/>
              </a:spcAft>
              <a:defRPr sz="1300" b="1">
                <a:solidFill>
                  <a:srgbClr val="FFD700"/>
                </a:solidFill>
                <a:latin typeface="Segoe UI"/>
              </a:defRPr>
            </a:pPr>
            <a:r>
              <a:t>【關鍵閾值】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紅牌 (淘汰): `淨點數 ≤ 0` | `交易數 &lt; 20` | `最大虧損 &gt; 500` | `勝率 &lt; 50%`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WR 計分起點: 55%</a:t>
            </a:r>
          </a:p>
          <a:p>
            <a:pPr>
              <a:spcAft>
                <a:spcPts val="3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  • TC 計分起點: 20 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D700"/>
                </a:solidFill>
                <a:latin typeface="Segoe UI"/>
              </a:defRPr>
            </a:pPr>
            <a:r>
              <a:t>CCY 排名頁面說明書 —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107"/>
                </a:solidFill>
                <a:latin typeface="Segoe UI"/>
              </a:defRPr>
            </a:pPr>
            <a:r>
              <a:t>所有分析基於歷史數據，不構成投資建議。交易有風險，入市需謹慎。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📅 TSA v0.7  |  2026-05-18  |  丁蟹 🦀 + Alvin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B5F6"/>
                </a:solidFill>
                <a:latin typeface="Segoe UI"/>
              </a:defRPr>
            </a:pPr>
            <a:r>
              <a:t>reports/ranking_ccy.html  |  python3 generate_ranking_ccy.py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